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SQL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DecodeLabs Project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Orders: 1200</a:t>
            </a:r>
          </a:p>
          <a:p>
            <a:r>
              <a:t>Revenue: 1,264,761.96</a:t>
            </a:r>
          </a:p>
          <a:p>
            <a:r>
              <a:t>Most Ordered Product: Printer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